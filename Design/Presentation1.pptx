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0F11"/>
    <a:srgbClr val="191919"/>
    <a:srgbClr val="1B254F"/>
    <a:srgbClr val="D45C5C"/>
    <a:srgbClr val="D12121"/>
    <a:srgbClr val="F0F2F7"/>
    <a:srgbClr val="F7F8FB"/>
    <a:srgbClr val="000000"/>
    <a:srgbClr val="2A2A2A"/>
    <a:srgbClr val="007A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4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C7C0F-136B-454B-8A5B-B9FF86EF0F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E6E53B-FEF3-48FD-A28B-5977AA06D4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0095C4-37BB-441B-AD00-8A84596CB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41937-6E20-4E18-9BC9-2FBBCA99B0DF}" type="datetimeFigureOut">
              <a:rPr lang="en-GB" smtClean="0"/>
              <a:t>07/12/2023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8F3A67-3208-4554-BEA7-B5B4C9DD2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2831E-9305-4607-A5B4-6EC6BBE90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3894F-6029-48CB-9051-8BBF261822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3434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228AE-9DE5-494A-97D9-34333BC03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3ECB0-1C08-4E8A-ACCC-1176C865B1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85C93-D017-4539-A5B4-45371C34D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41937-6E20-4E18-9BC9-2FBBCA99B0DF}" type="datetimeFigureOut">
              <a:rPr lang="en-GB" smtClean="0"/>
              <a:t>07/12/2023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0B6FD-D864-43CF-8791-3743EAC07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18B8B9-3412-498F-A1B6-F850A8983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3894F-6029-48CB-9051-8BBF261822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9533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8AAE9-96A5-41EA-B638-A9DE50205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032F75-3878-4727-B8E6-E40130CB89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97238-4EAA-4166-A87A-DC0F37969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41937-6E20-4E18-9BC9-2FBBCA99B0DF}" type="datetimeFigureOut">
              <a:rPr lang="en-GB" smtClean="0"/>
              <a:t>07/12/2023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3156D5-28AA-4589-9D8B-52FB8DDA8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9887B-2400-49DD-BE29-257CBDDE1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3894F-6029-48CB-9051-8BBF261822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9408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B2634-8679-4C12-97A9-7655C618E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DC5B5-5463-4ABE-9B35-577E9A174B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5217BC-E6B9-4428-B582-215656DB6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0A563F-BD40-4AF9-B579-F53810D48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41937-6E20-4E18-9BC9-2FBBCA99B0DF}" type="datetimeFigureOut">
              <a:rPr lang="en-GB" smtClean="0"/>
              <a:t>07/12/2023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5F39B0-D1EE-41D0-B10B-5CFF85DA8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87D641-399B-43A3-9937-6F47F6699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3894F-6029-48CB-9051-8BBF261822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6642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62E8C-0A75-4436-879C-DFC1521BB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6F07F-DFEA-4107-978B-1E592B258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D421E2-3591-463B-9AC9-09FBFD04C7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6A892E-8A20-457A-888E-FD8E827C96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F3904F-E845-4FED-910A-D02E88A5A4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AC9726-489F-47E0-8EB8-EA0AA50EC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41937-6E20-4E18-9BC9-2FBBCA99B0DF}" type="datetimeFigureOut">
              <a:rPr lang="en-GB" smtClean="0"/>
              <a:t>07/12/2023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4D2D00-4E7B-40BA-87F5-DD0DDE1C8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ABEEB8-0A4D-412D-B535-61FDB50AA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3894F-6029-48CB-9051-8BBF261822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1324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23947-C35A-457E-ABA7-33504FC4A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C50ADA-351A-4BE8-87B5-A359A4C9B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41937-6E20-4E18-9BC9-2FBBCA99B0DF}" type="datetimeFigureOut">
              <a:rPr lang="en-GB" smtClean="0"/>
              <a:t>07/12/2023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63A261-FF87-49DE-A94C-14691AAA6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0A2423-507F-472F-9347-384D4CC8E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3894F-6029-48CB-9051-8BBF261822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958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EE722A-3E3D-4ACB-B75F-C0025A278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41937-6E20-4E18-9BC9-2FBBCA99B0DF}" type="datetimeFigureOut">
              <a:rPr lang="en-GB" smtClean="0"/>
              <a:t>07/12/2023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B70B71-C11A-4538-818D-95DC00F86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F8E0F-6562-4C6E-B187-8CE0E738D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3894F-6029-48CB-9051-8BBF261822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7577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AB163-2625-4A20-B4D6-5AB34163E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DFEF0-5B33-47AC-851A-4E89437BD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21E02C-5B9F-47C3-AE25-DF473E9DD7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0F9783-9604-42E8-B57E-EB30BAC92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41937-6E20-4E18-9BC9-2FBBCA99B0DF}" type="datetimeFigureOut">
              <a:rPr lang="en-GB" smtClean="0"/>
              <a:t>07/12/2023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8D8017-3F4B-4E6F-91BB-BF20CE19C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5312B6-A326-4354-AC32-07B5ED7F8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3894F-6029-48CB-9051-8BBF261822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3396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C3A29-C376-4038-8EF0-8EB85844E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410E43-7CA3-4EDD-9C0C-488ACFAC04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7C3FDD-A025-435F-9DD6-A523B48D3D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E23BD6-DE03-4C01-88D2-24ED23F11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41937-6E20-4E18-9BC9-2FBBCA99B0DF}" type="datetimeFigureOut">
              <a:rPr lang="en-GB" smtClean="0"/>
              <a:t>07/12/2023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E2D1D8-A9F6-46C4-B4E3-4B4C786EC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7F782F-784D-450F-8D77-E75AA9226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3894F-6029-48CB-9051-8BBF261822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4711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2349D-E295-423D-8446-6F73BF4CD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72F77B-4FC0-40A5-883B-014863906D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38982-9D19-473A-8B8A-659E07CD7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41937-6E20-4E18-9BC9-2FBBCA99B0DF}" type="datetimeFigureOut">
              <a:rPr lang="en-GB" smtClean="0"/>
              <a:t>07/12/2023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47862C-03F5-4902-B9CA-A31C925EE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D299F-CD31-417D-92B4-F6E13543B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3894F-6029-48CB-9051-8BBF261822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2797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B3D8DE-1D63-4974-99A8-F58ED2706D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594B5D-9C8E-485D-B64E-D729A056BC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5B0E23-233F-47CE-BA24-B88916C06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41937-6E20-4E18-9BC9-2FBBCA99B0DF}" type="datetimeFigureOut">
              <a:rPr lang="en-GB" smtClean="0"/>
              <a:t>07/12/2023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02DE7F-2437-4115-875E-AD47AB815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C211A-710C-4851-BC43-92A36D3B9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3894F-6029-48CB-9051-8BBF261822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7233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832F60-82B5-4645-A21E-6C1EFAD65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83C8D9-CF1B-42EE-A1F1-6BB8386A0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EC98E6-C85D-4733-83BD-3CD3B5DF17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341937-6E20-4E18-9BC9-2FBBCA99B0DF}" type="datetimeFigureOut">
              <a:rPr lang="en-GB" smtClean="0"/>
              <a:t>07/12/2023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7BB43-9AC5-4803-9C34-1B4BFC735C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FC9281-F5D6-4AE5-8485-020BA574A7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33894F-6029-48CB-9051-8BBF261822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4077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81AFA19-B525-4503-8DE8-371ED6536993}"/>
              </a:ext>
            </a:extLst>
          </p:cNvPr>
          <p:cNvSpPr/>
          <p:nvPr/>
        </p:nvSpPr>
        <p:spPr>
          <a:xfrm>
            <a:off x="2920896" y="114300"/>
            <a:ext cx="9124923" cy="6629400"/>
          </a:xfrm>
          <a:prstGeom prst="roundRect">
            <a:avLst>
              <a:gd name="adj" fmla="val 2133"/>
            </a:avLst>
          </a:prstGeom>
          <a:solidFill>
            <a:srgbClr val="F0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6C59F73-3232-4047-A79B-EF376E1D82F1}"/>
              </a:ext>
            </a:extLst>
          </p:cNvPr>
          <p:cNvSpPr/>
          <p:nvPr/>
        </p:nvSpPr>
        <p:spPr>
          <a:xfrm>
            <a:off x="64168" y="114300"/>
            <a:ext cx="3511296" cy="6629400"/>
          </a:xfrm>
          <a:prstGeom prst="roundRect">
            <a:avLst>
              <a:gd name="adj" fmla="val 4103"/>
            </a:avLst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24A3724-838D-4F24-BE92-064F4EA2D0F2}"/>
              </a:ext>
            </a:extLst>
          </p:cNvPr>
          <p:cNvSpPr/>
          <p:nvPr/>
        </p:nvSpPr>
        <p:spPr>
          <a:xfrm>
            <a:off x="356535" y="251460"/>
            <a:ext cx="2514600" cy="6355080"/>
          </a:xfrm>
          <a:prstGeom prst="roundRect">
            <a:avLst>
              <a:gd name="adj" fmla="val 4103"/>
            </a:avLst>
          </a:prstGeom>
          <a:solidFill>
            <a:srgbClr val="2A2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FA1D418-2A25-4BCE-AF52-F4244F075F58}"/>
              </a:ext>
            </a:extLst>
          </p:cNvPr>
          <p:cNvSpPr/>
          <p:nvPr/>
        </p:nvSpPr>
        <p:spPr>
          <a:xfrm>
            <a:off x="2403695" y="251460"/>
            <a:ext cx="9474173" cy="63550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B1AE430-3C66-47BD-B7C2-331168D3E08C}"/>
              </a:ext>
            </a:extLst>
          </p:cNvPr>
          <p:cNvSpPr/>
          <p:nvPr/>
        </p:nvSpPr>
        <p:spPr>
          <a:xfrm>
            <a:off x="583456" y="1063681"/>
            <a:ext cx="2368296" cy="48463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9F50388-2089-4F9C-B1EF-3DDA04F26A05}"/>
              </a:ext>
            </a:extLst>
          </p:cNvPr>
          <p:cNvSpPr/>
          <p:nvPr/>
        </p:nvSpPr>
        <p:spPr>
          <a:xfrm>
            <a:off x="2769416" y="441889"/>
            <a:ext cx="4957249" cy="360544"/>
          </a:xfrm>
          <a:prstGeom prst="roundRect">
            <a:avLst/>
          </a:prstGeom>
          <a:solidFill>
            <a:srgbClr val="F0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2782C30-07F7-451A-A1A7-C600652E00AE}"/>
              </a:ext>
            </a:extLst>
          </p:cNvPr>
          <p:cNvSpPr/>
          <p:nvPr/>
        </p:nvSpPr>
        <p:spPr>
          <a:xfrm>
            <a:off x="2769416" y="1063681"/>
            <a:ext cx="1111723" cy="1581912"/>
          </a:xfrm>
          <a:prstGeom prst="roundRect">
            <a:avLst/>
          </a:prstGeom>
          <a:solidFill>
            <a:srgbClr val="007A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1A6568E-10A9-4010-8099-23DB551E4086}"/>
              </a:ext>
            </a:extLst>
          </p:cNvPr>
          <p:cNvSpPr/>
          <p:nvPr/>
        </p:nvSpPr>
        <p:spPr>
          <a:xfrm>
            <a:off x="4050950" y="1068211"/>
            <a:ext cx="1111723" cy="1581912"/>
          </a:xfrm>
          <a:prstGeom prst="roundRect">
            <a:avLst/>
          </a:prstGeom>
          <a:solidFill>
            <a:srgbClr val="F0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82DB89F-F99A-4BD4-8C61-34ACD168B81F}"/>
              </a:ext>
            </a:extLst>
          </p:cNvPr>
          <p:cNvSpPr/>
          <p:nvPr/>
        </p:nvSpPr>
        <p:spPr>
          <a:xfrm>
            <a:off x="5332484" y="1063681"/>
            <a:ext cx="1111723" cy="1581912"/>
          </a:xfrm>
          <a:prstGeom prst="roundRect">
            <a:avLst/>
          </a:prstGeom>
          <a:solidFill>
            <a:srgbClr val="F0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64A0D54-374A-4D99-BDB8-F93C03ECABAE}"/>
              </a:ext>
            </a:extLst>
          </p:cNvPr>
          <p:cNvSpPr/>
          <p:nvPr/>
        </p:nvSpPr>
        <p:spPr>
          <a:xfrm>
            <a:off x="6614018" y="1063681"/>
            <a:ext cx="1111723" cy="1581912"/>
          </a:xfrm>
          <a:prstGeom prst="roundRect">
            <a:avLst/>
          </a:prstGeom>
          <a:solidFill>
            <a:srgbClr val="F0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0EE80EA-E8D8-4E8C-B391-4045D1CB85B0}"/>
              </a:ext>
            </a:extLst>
          </p:cNvPr>
          <p:cNvSpPr/>
          <p:nvPr/>
        </p:nvSpPr>
        <p:spPr>
          <a:xfrm>
            <a:off x="2768492" y="2782754"/>
            <a:ext cx="4957249" cy="3702022"/>
          </a:xfrm>
          <a:prstGeom prst="roundRect">
            <a:avLst>
              <a:gd name="adj" fmla="val 4410"/>
            </a:avLst>
          </a:prstGeom>
          <a:solidFill>
            <a:srgbClr val="F0F2F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E6CE6DA-D5E0-415F-BBFD-F5746AC9B7AF}"/>
              </a:ext>
            </a:extLst>
          </p:cNvPr>
          <p:cNvSpPr/>
          <p:nvPr/>
        </p:nvSpPr>
        <p:spPr>
          <a:xfrm>
            <a:off x="8019401" y="1063681"/>
            <a:ext cx="3699847" cy="1581912"/>
          </a:xfrm>
          <a:prstGeom prst="roundRect">
            <a:avLst>
              <a:gd name="adj" fmla="val 7820"/>
            </a:avLst>
          </a:prstGeom>
          <a:solidFill>
            <a:srgbClr val="2A2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923E773-9860-4E86-A328-868109D81BB1}"/>
              </a:ext>
            </a:extLst>
          </p:cNvPr>
          <p:cNvSpPr/>
          <p:nvPr/>
        </p:nvSpPr>
        <p:spPr>
          <a:xfrm>
            <a:off x="8019401" y="2782754"/>
            <a:ext cx="3699847" cy="2174600"/>
          </a:xfrm>
          <a:prstGeom prst="roundRect">
            <a:avLst>
              <a:gd name="adj" fmla="val 4410"/>
            </a:avLst>
          </a:prstGeom>
          <a:solidFill>
            <a:srgbClr val="F0F2F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CEF257E-EFE0-4852-BC96-F6B3CA25F8DA}"/>
              </a:ext>
            </a:extLst>
          </p:cNvPr>
          <p:cNvSpPr/>
          <p:nvPr/>
        </p:nvSpPr>
        <p:spPr>
          <a:xfrm>
            <a:off x="8019400" y="5094514"/>
            <a:ext cx="3699847" cy="1390262"/>
          </a:xfrm>
          <a:prstGeom prst="roundRect">
            <a:avLst>
              <a:gd name="adj" fmla="val 4410"/>
            </a:avLst>
          </a:prstGeom>
          <a:solidFill>
            <a:srgbClr val="F0F2F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C1A5453-E51B-4C1C-894F-1667E8AC25FF}"/>
              </a:ext>
            </a:extLst>
          </p:cNvPr>
          <p:cNvSpPr/>
          <p:nvPr/>
        </p:nvSpPr>
        <p:spPr>
          <a:xfrm>
            <a:off x="3032982" y="1102959"/>
            <a:ext cx="621792" cy="53949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9B4D36C-EBDD-486E-A67C-F18C938763AA}"/>
              </a:ext>
            </a:extLst>
          </p:cNvPr>
          <p:cNvSpPr/>
          <p:nvPr/>
        </p:nvSpPr>
        <p:spPr>
          <a:xfrm>
            <a:off x="4295915" y="1102959"/>
            <a:ext cx="621792" cy="53949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A4B3758-6EB2-4642-84B5-A807D56441B3}"/>
              </a:ext>
            </a:extLst>
          </p:cNvPr>
          <p:cNvSpPr/>
          <p:nvPr/>
        </p:nvSpPr>
        <p:spPr>
          <a:xfrm>
            <a:off x="5577449" y="1102959"/>
            <a:ext cx="621792" cy="53949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67958ED-7A05-4370-87AB-D690FFB502B5}"/>
              </a:ext>
            </a:extLst>
          </p:cNvPr>
          <p:cNvSpPr/>
          <p:nvPr/>
        </p:nvSpPr>
        <p:spPr>
          <a:xfrm>
            <a:off x="6877757" y="1102959"/>
            <a:ext cx="621792" cy="53949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5" name="Graphic 24" descr="Shopping cart with solid fill">
            <a:extLst>
              <a:ext uri="{FF2B5EF4-FFF2-40B4-BE49-F238E27FC236}">
                <a16:creationId xmlns:a16="http://schemas.microsoft.com/office/drawing/2014/main" id="{45491EAB-D806-497C-9D4C-1E0C34D814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09950" y="1063681"/>
            <a:ext cx="593721" cy="593721"/>
          </a:xfrm>
          <a:prstGeom prst="rect">
            <a:avLst/>
          </a:prstGeom>
        </p:spPr>
      </p:pic>
      <p:pic>
        <p:nvPicPr>
          <p:cNvPr id="29" name="Graphic 28" descr="Bar graph with upward trend with solid fill">
            <a:extLst>
              <a:ext uri="{FF2B5EF4-FFF2-40B4-BE49-F238E27FC236}">
                <a16:creationId xmlns:a16="http://schemas.microsoft.com/office/drawing/2014/main" id="{50689A1B-F2A5-496C-8408-713E78AEAA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40457" y="1072157"/>
            <a:ext cx="658843" cy="658843"/>
          </a:xfrm>
          <a:prstGeom prst="rect">
            <a:avLst/>
          </a:prstGeom>
        </p:spPr>
      </p:pic>
      <p:pic>
        <p:nvPicPr>
          <p:cNvPr id="31" name="Graphic 30" descr="Open hand with plant with solid fill">
            <a:extLst>
              <a:ext uri="{FF2B5EF4-FFF2-40B4-BE49-F238E27FC236}">
                <a16:creationId xmlns:a16="http://schemas.microsoft.com/office/drawing/2014/main" id="{B268644A-4FFC-4B55-9392-FE33755724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77541" y="1090729"/>
            <a:ext cx="621700" cy="621700"/>
          </a:xfrm>
          <a:prstGeom prst="rect">
            <a:avLst/>
          </a:prstGeom>
        </p:spPr>
      </p:pic>
      <p:pic>
        <p:nvPicPr>
          <p:cNvPr id="33" name="Graphic 32" descr="Users with solid fill">
            <a:extLst>
              <a:ext uri="{FF2B5EF4-FFF2-40B4-BE49-F238E27FC236}">
                <a16:creationId xmlns:a16="http://schemas.microsoft.com/office/drawing/2014/main" id="{F5BEF5F3-286A-421E-9778-7E7FFBC600E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44453" y="1102959"/>
            <a:ext cx="597240" cy="597240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92FECA08-413A-427B-926A-E9FCBBAFF941}"/>
              </a:ext>
            </a:extLst>
          </p:cNvPr>
          <p:cNvSpPr/>
          <p:nvPr/>
        </p:nvSpPr>
        <p:spPr>
          <a:xfrm>
            <a:off x="9604147" y="5081267"/>
            <a:ext cx="529200" cy="53035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7" name="Graphic 36" descr="Group of women with solid fill">
            <a:extLst>
              <a:ext uri="{FF2B5EF4-FFF2-40B4-BE49-F238E27FC236}">
                <a16:creationId xmlns:a16="http://schemas.microsoft.com/office/drawing/2014/main" id="{B7C1F7D8-3322-412B-9B6B-0ECC9E45BB3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632140" y="5108918"/>
            <a:ext cx="457200" cy="457200"/>
          </a:xfrm>
          <a:prstGeom prst="rect">
            <a:avLst/>
          </a:prstGeom>
        </p:spPr>
      </p:pic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875A6E8-A812-4126-B6B2-F0C5A458DF2C}"/>
              </a:ext>
            </a:extLst>
          </p:cNvPr>
          <p:cNvSpPr/>
          <p:nvPr/>
        </p:nvSpPr>
        <p:spPr>
          <a:xfrm>
            <a:off x="10692880" y="2136709"/>
            <a:ext cx="948358" cy="40784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1" name="Graphic 40" descr="Arrow: Rotate left with solid fill">
            <a:extLst>
              <a:ext uri="{FF2B5EF4-FFF2-40B4-BE49-F238E27FC236}">
                <a16:creationId xmlns:a16="http://schemas.microsoft.com/office/drawing/2014/main" id="{63DB7EF6-F539-4C3C-B975-739E2722A02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16200000">
            <a:off x="10217795" y="2051956"/>
            <a:ext cx="457200" cy="626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59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81AFA19-B525-4503-8DE8-371ED6536993}"/>
              </a:ext>
            </a:extLst>
          </p:cNvPr>
          <p:cNvSpPr/>
          <p:nvPr/>
        </p:nvSpPr>
        <p:spPr>
          <a:xfrm>
            <a:off x="2920896" y="114300"/>
            <a:ext cx="9124923" cy="6629400"/>
          </a:xfrm>
          <a:prstGeom prst="roundRect">
            <a:avLst>
              <a:gd name="adj" fmla="val 2133"/>
            </a:avLst>
          </a:prstGeom>
          <a:solidFill>
            <a:srgbClr val="F0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6C59F73-3232-4047-A79B-EF376E1D82F1}"/>
              </a:ext>
            </a:extLst>
          </p:cNvPr>
          <p:cNvSpPr/>
          <p:nvPr/>
        </p:nvSpPr>
        <p:spPr>
          <a:xfrm>
            <a:off x="64168" y="114300"/>
            <a:ext cx="3511296" cy="6629400"/>
          </a:xfrm>
          <a:prstGeom prst="roundRect">
            <a:avLst>
              <a:gd name="adj" fmla="val 4103"/>
            </a:avLst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24A3724-838D-4F24-BE92-064F4EA2D0F2}"/>
              </a:ext>
            </a:extLst>
          </p:cNvPr>
          <p:cNvSpPr/>
          <p:nvPr/>
        </p:nvSpPr>
        <p:spPr>
          <a:xfrm>
            <a:off x="356535" y="251460"/>
            <a:ext cx="2514600" cy="6355080"/>
          </a:xfrm>
          <a:prstGeom prst="roundRect">
            <a:avLst>
              <a:gd name="adj" fmla="val 4103"/>
            </a:avLst>
          </a:prstGeom>
          <a:solidFill>
            <a:srgbClr val="2A2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FA1D418-2A25-4BCE-AF52-F4244F075F58}"/>
              </a:ext>
            </a:extLst>
          </p:cNvPr>
          <p:cNvSpPr/>
          <p:nvPr/>
        </p:nvSpPr>
        <p:spPr>
          <a:xfrm>
            <a:off x="2403695" y="251460"/>
            <a:ext cx="9474173" cy="63550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B1AE430-3C66-47BD-B7C2-331168D3E08C}"/>
              </a:ext>
            </a:extLst>
          </p:cNvPr>
          <p:cNvSpPr/>
          <p:nvPr/>
        </p:nvSpPr>
        <p:spPr>
          <a:xfrm>
            <a:off x="583456" y="1863781"/>
            <a:ext cx="2368296" cy="48463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9F50388-2089-4F9C-B1EF-3DDA04F26A05}"/>
              </a:ext>
            </a:extLst>
          </p:cNvPr>
          <p:cNvSpPr/>
          <p:nvPr/>
        </p:nvSpPr>
        <p:spPr>
          <a:xfrm>
            <a:off x="2769416" y="441889"/>
            <a:ext cx="4957249" cy="360544"/>
          </a:xfrm>
          <a:prstGeom prst="roundRect">
            <a:avLst/>
          </a:prstGeom>
          <a:solidFill>
            <a:srgbClr val="F0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2782C30-07F7-451A-A1A7-C600652E00AE}"/>
              </a:ext>
            </a:extLst>
          </p:cNvPr>
          <p:cNvSpPr/>
          <p:nvPr/>
        </p:nvSpPr>
        <p:spPr>
          <a:xfrm>
            <a:off x="2769416" y="1063681"/>
            <a:ext cx="1111723" cy="1581912"/>
          </a:xfrm>
          <a:prstGeom prst="roundRect">
            <a:avLst/>
          </a:prstGeom>
          <a:solidFill>
            <a:srgbClr val="D45C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1A6568E-10A9-4010-8099-23DB551E4086}"/>
              </a:ext>
            </a:extLst>
          </p:cNvPr>
          <p:cNvSpPr/>
          <p:nvPr/>
        </p:nvSpPr>
        <p:spPr>
          <a:xfrm>
            <a:off x="4050950" y="1068211"/>
            <a:ext cx="1111723" cy="1581912"/>
          </a:xfrm>
          <a:prstGeom prst="roundRect">
            <a:avLst/>
          </a:prstGeom>
          <a:solidFill>
            <a:srgbClr val="F0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82DB89F-F99A-4BD4-8C61-34ACD168B81F}"/>
              </a:ext>
            </a:extLst>
          </p:cNvPr>
          <p:cNvSpPr/>
          <p:nvPr/>
        </p:nvSpPr>
        <p:spPr>
          <a:xfrm>
            <a:off x="5332484" y="1063681"/>
            <a:ext cx="1111723" cy="1581912"/>
          </a:xfrm>
          <a:prstGeom prst="roundRect">
            <a:avLst/>
          </a:prstGeom>
          <a:solidFill>
            <a:srgbClr val="D45C5C">
              <a:alpha val="6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0EE80EA-E8D8-4E8C-B391-4045D1CB85B0}"/>
              </a:ext>
            </a:extLst>
          </p:cNvPr>
          <p:cNvSpPr/>
          <p:nvPr/>
        </p:nvSpPr>
        <p:spPr>
          <a:xfrm>
            <a:off x="2768492" y="2782754"/>
            <a:ext cx="4957249" cy="3702022"/>
          </a:xfrm>
          <a:prstGeom prst="roundRect">
            <a:avLst>
              <a:gd name="adj" fmla="val 4410"/>
            </a:avLst>
          </a:prstGeom>
          <a:solidFill>
            <a:srgbClr val="F0F2F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E6CE6DA-D5E0-415F-BBFD-F5746AC9B7AF}"/>
              </a:ext>
            </a:extLst>
          </p:cNvPr>
          <p:cNvSpPr/>
          <p:nvPr/>
        </p:nvSpPr>
        <p:spPr>
          <a:xfrm>
            <a:off x="6614019" y="1063681"/>
            <a:ext cx="5105230" cy="1581912"/>
          </a:xfrm>
          <a:prstGeom prst="roundRect">
            <a:avLst>
              <a:gd name="adj" fmla="val 7820"/>
            </a:avLst>
          </a:prstGeom>
          <a:solidFill>
            <a:srgbClr val="F0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923E773-9860-4E86-A328-868109D81BB1}"/>
              </a:ext>
            </a:extLst>
          </p:cNvPr>
          <p:cNvSpPr/>
          <p:nvPr/>
        </p:nvSpPr>
        <p:spPr>
          <a:xfrm>
            <a:off x="7875037" y="2782754"/>
            <a:ext cx="3844211" cy="3702022"/>
          </a:xfrm>
          <a:prstGeom prst="roundRect">
            <a:avLst>
              <a:gd name="adj" fmla="val 4410"/>
            </a:avLst>
          </a:prstGeom>
          <a:solidFill>
            <a:srgbClr val="F0F2F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C1A5453-E51B-4C1C-894F-1667E8AC25FF}"/>
              </a:ext>
            </a:extLst>
          </p:cNvPr>
          <p:cNvSpPr/>
          <p:nvPr/>
        </p:nvSpPr>
        <p:spPr>
          <a:xfrm>
            <a:off x="3025773" y="1160703"/>
            <a:ext cx="621792" cy="53949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9B4D36C-EBDD-486E-A67C-F18C938763AA}"/>
              </a:ext>
            </a:extLst>
          </p:cNvPr>
          <p:cNvSpPr/>
          <p:nvPr/>
        </p:nvSpPr>
        <p:spPr>
          <a:xfrm>
            <a:off x="4278446" y="1102958"/>
            <a:ext cx="621792" cy="60684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A4B3758-6EB2-4642-84B5-A807D56441B3}"/>
              </a:ext>
            </a:extLst>
          </p:cNvPr>
          <p:cNvSpPr/>
          <p:nvPr/>
        </p:nvSpPr>
        <p:spPr>
          <a:xfrm>
            <a:off x="5577449" y="1102959"/>
            <a:ext cx="621792" cy="60684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Graphic 2" descr="Bar graph with downward trend with solid fill">
            <a:extLst>
              <a:ext uri="{FF2B5EF4-FFF2-40B4-BE49-F238E27FC236}">
                <a16:creationId xmlns:a16="http://schemas.microsoft.com/office/drawing/2014/main" id="{462167FE-EB41-BDD2-E712-8DA0C0232F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52805" y="1151096"/>
            <a:ext cx="558710" cy="558710"/>
          </a:xfrm>
          <a:prstGeom prst="rect">
            <a:avLst/>
          </a:prstGeom>
        </p:spPr>
      </p:pic>
      <p:pic>
        <p:nvPicPr>
          <p:cNvPr id="23" name="Graphic 22" descr="Downward trend graph with solid fill">
            <a:extLst>
              <a:ext uri="{FF2B5EF4-FFF2-40B4-BE49-F238E27FC236}">
                <a16:creationId xmlns:a16="http://schemas.microsoft.com/office/drawing/2014/main" id="{63C11A31-3970-93FA-C781-F9BC724BCB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4538" y="1063681"/>
            <a:ext cx="593721" cy="593721"/>
          </a:xfrm>
          <a:prstGeom prst="rect">
            <a:avLst/>
          </a:prstGeom>
        </p:spPr>
      </p:pic>
      <p:pic>
        <p:nvPicPr>
          <p:cNvPr id="26" name="Graphic 25" descr="Downward trend graph with solid fill">
            <a:extLst>
              <a:ext uri="{FF2B5EF4-FFF2-40B4-BE49-F238E27FC236}">
                <a16:creationId xmlns:a16="http://schemas.microsoft.com/office/drawing/2014/main" id="{0AF5E4D2-3E87-EDFE-BE7F-1FA6E929AAF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03004" y="1063681"/>
            <a:ext cx="607614" cy="607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203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81AFA19-B525-4503-8DE8-371ED6536993}"/>
              </a:ext>
            </a:extLst>
          </p:cNvPr>
          <p:cNvSpPr/>
          <p:nvPr/>
        </p:nvSpPr>
        <p:spPr>
          <a:xfrm>
            <a:off x="2920896" y="114300"/>
            <a:ext cx="9124923" cy="6629400"/>
          </a:xfrm>
          <a:prstGeom prst="roundRect">
            <a:avLst>
              <a:gd name="adj" fmla="val 2133"/>
            </a:avLst>
          </a:prstGeom>
          <a:solidFill>
            <a:srgbClr val="F0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6C59F73-3232-4047-A79B-EF376E1D82F1}"/>
              </a:ext>
            </a:extLst>
          </p:cNvPr>
          <p:cNvSpPr/>
          <p:nvPr/>
        </p:nvSpPr>
        <p:spPr>
          <a:xfrm>
            <a:off x="64168" y="114300"/>
            <a:ext cx="3511296" cy="6629400"/>
          </a:xfrm>
          <a:prstGeom prst="roundRect">
            <a:avLst>
              <a:gd name="adj" fmla="val 4103"/>
            </a:avLst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24A3724-838D-4F24-BE92-064F4EA2D0F2}"/>
              </a:ext>
            </a:extLst>
          </p:cNvPr>
          <p:cNvSpPr/>
          <p:nvPr/>
        </p:nvSpPr>
        <p:spPr>
          <a:xfrm>
            <a:off x="356535" y="251460"/>
            <a:ext cx="2514600" cy="6355080"/>
          </a:xfrm>
          <a:prstGeom prst="roundRect">
            <a:avLst>
              <a:gd name="adj" fmla="val 4103"/>
            </a:avLst>
          </a:prstGeom>
          <a:solidFill>
            <a:srgbClr val="2A2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FA1D418-2A25-4BCE-AF52-F4244F075F58}"/>
              </a:ext>
            </a:extLst>
          </p:cNvPr>
          <p:cNvSpPr/>
          <p:nvPr/>
        </p:nvSpPr>
        <p:spPr>
          <a:xfrm>
            <a:off x="2403695" y="251460"/>
            <a:ext cx="9474173" cy="63550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B1AE430-3C66-47BD-B7C2-331168D3E08C}"/>
              </a:ext>
            </a:extLst>
          </p:cNvPr>
          <p:cNvSpPr/>
          <p:nvPr/>
        </p:nvSpPr>
        <p:spPr>
          <a:xfrm>
            <a:off x="583456" y="1063681"/>
            <a:ext cx="2368296" cy="48463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9F50388-2089-4F9C-B1EF-3DDA04F26A05}"/>
              </a:ext>
            </a:extLst>
          </p:cNvPr>
          <p:cNvSpPr/>
          <p:nvPr/>
        </p:nvSpPr>
        <p:spPr>
          <a:xfrm>
            <a:off x="2769416" y="441889"/>
            <a:ext cx="4957249" cy="360544"/>
          </a:xfrm>
          <a:prstGeom prst="roundRect">
            <a:avLst/>
          </a:prstGeom>
          <a:solidFill>
            <a:srgbClr val="F0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2782C30-07F7-451A-A1A7-C600652E00AE}"/>
              </a:ext>
            </a:extLst>
          </p:cNvPr>
          <p:cNvSpPr/>
          <p:nvPr/>
        </p:nvSpPr>
        <p:spPr>
          <a:xfrm>
            <a:off x="2769416" y="1063681"/>
            <a:ext cx="1111723" cy="1581912"/>
          </a:xfrm>
          <a:prstGeom prst="roundRect">
            <a:avLst/>
          </a:prstGeom>
          <a:solidFill>
            <a:srgbClr val="F0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1A6568E-10A9-4010-8099-23DB551E4086}"/>
              </a:ext>
            </a:extLst>
          </p:cNvPr>
          <p:cNvSpPr/>
          <p:nvPr/>
        </p:nvSpPr>
        <p:spPr>
          <a:xfrm>
            <a:off x="4050950" y="1068211"/>
            <a:ext cx="1111723" cy="1581912"/>
          </a:xfrm>
          <a:prstGeom prst="roundRect">
            <a:avLst/>
          </a:prstGeom>
          <a:solidFill>
            <a:srgbClr val="007A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82DB89F-F99A-4BD4-8C61-34ACD168B81F}"/>
              </a:ext>
            </a:extLst>
          </p:cNvPr>
          <p:cNvSpPr/>
          <p:nvPr/>
        </p:nvSpPr>
        <p:spPr>
          <a:xfrm>
            <a:off x="5332484" y="1063681"/>
            <a:ext cx="1111723" cy="1581912"/>
          </a:xfrm>
          <a:prstGeom prst="roundRect">
            <a:avLst/>
          </a:prstGeom>
          <a:solidFill>
            <a:srgbClr val="F0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64A0D54-374A-4D99-BDB8-F93C03ECABAE}"/>
              </a:ext>
            </a:extLst>
          </p:cNvPr>
          <p:cNvSpPr/>
          <p:nvPr/>
        </p:nvSpPr>
        <p:spPr>
          <a:xfrm>
            <a:off x="6614018" y="1063681"/>
            <a:ext cx="1111723" cy="1581912"/>
          </a:xfrm>
          <a:prstGeom prst="roundRect">
            <a:avLst/>
          </a:prstGeom>
          <a:solidFill>
            <a:srgbClr val="F0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0EE80EA-E8D8-4E8C-B391-4045D1CB85B0}"/>
              </a:ext>
            </a:extLst>
          </p:cNvPr>
          <p:cNvSpPr/>
          <p:nvPr/>
        </p:nvSpPr>
        <p:spPr>
          <a:xfrm>
            <a:off x="2768492" y="2782754"/>
            <a:ext cx="4957249" cy="3702022"/>
          </a:xfrm>
          <a:prstGeom prst="roundRect">
            <a:avLst>
              <a:gd name="adj" fmla="val 4410"/>
            </a:avLst>
          </a:prstGeom>
          <a:solidFill>
            <a:srgbClr val="F0F2F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E6CE6DA-D5E0-415F-BBFD-F5746AC9B7AF}"/>
              </a:ext>
            </a:extLst>
          </p:cNvPr>
          <p:cNvSpPr/>
          <p:nvPr/>
        </p:nvSpPr>
        <p:spPr>
          <a:xfrm>
            <a:off x="8019401" y="1063681"/>
            <a:ext cx="3699847" cy="1581912"/>
          </a:xfrm>
          <a:prstGeom prst="roundRect">
            <a:avLst>
              <a:gd name="adj" fmla="val 7820"/>
            </a:avLst>
          </a:prstGeom>
          <a:solidFill>
            <a:srgbClr val="2A2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923E773-9860-4E86-A328-868109D81BB1}"/>
              </a:ext>
            </a:extLst>
          </p:cNvPr>
          <p:cNvSpPr/>
          <p:nvPr/>
        </p:nvSpPr>
        <p:spPr>
          <a:xfrm>
            <a:off x="8019401" y="2782754"/>
            <a:ext cx="3699847" cy="2174600"/>
          </a:xfrm>
          <a:prstGeom prst="roundRect">
            <a:avLst>
              <a:gd name="adj" fmla="val 4410"/>
            </a:avLst>
          </a:prstGeom>
          <a:solidFill>
            <a:srgbClr val="F0F2F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CEF257E-EFE0-4852-BC96-F6B3CA25F8DA}"/>
              </a:ext>
            </a:extLst>
          </p:cNvPr>
          <p:cNvSpPr/>
          <p:nvPr/>
        </p:nvSpPr>
        <p:spPr>
          <a:xfrm>
            <a:off x="8019400" y="5094514"/>
            <a:ext cx="3699847" cy="1390262"/>
          </a:xfrm>
          <a:prstGeom prst="roundRect">
            <a:avLst>
              <a:gd name="adj" fmla="val 4410"/>
            </a:avLst>
          </a:prstGeom>
          <a:solidFill>
            <a:srgbClr val="F0F2F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C1A5453-E51B-4C1C-894F-1667E8AC25FF}"/>
              </a:ext>
            </a:extLst>
          </p:cNvPr>
          <p:cNvSpPr/>
          <p:nvPr/>
        </p:nvSpPr>
        <p:spPr>
          <a:xfrm>
            <a:off x="3032982" y="1102959"/>
            <a:ext cx="621792" cy="53949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9B4D36C-EBDD-486E-A67C-F18C938763AA}"/>
              </a:ext>
            </a:extLst>
          </p:cNvPr>
          <p:cNvSpPr/>
          <p:nvPr/>
        </p:nvSpPr>
        <p:spPr>
          <a:xfrm>
            <a:off x="4295915" y="1102959"/>
            <a:ext cx="621792" cy="53949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A4B3758-6EB2-4642-84B5-A807D56441B3}"/>
              </a:ext>
            </a:extLst>
          </p:cNvPr>
          <p:cNvSpPr/>
          <p:nvPr/>
        </p:nvSpPr>
        <p:spPr>
          <a:xfrm>
            <a:off x="5577449" y="1102959"/>
            <a:ext cx="621792" cy="53949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67958ED-7A05-4370-87AB-D690FFB502B5}"/>
              </a:ext>
            </a:extLst>
          </p:cNvPr>
          <p:cNvSpPr/>
          <p:nvPr/>
        </p:nvSpPr>
        <p:spPr>
          <a:xfrm>
            <a:off x="6877757" y="1102959"/>
            <a:ext cx="621792" cy="53949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5" name="Graphic 24" descr="Shopping cart with solid fill">
            <a:extLst>
              <a:ext uri="{FF2B5EF4-FFF2-40B4-BE49-F238E27FC236}">
                <a16:creationId xmlns:a16="http://schemas.microsoft.com/office/drawing/2014/main" id="{45491EAB-D806-497C-9D4C-1E0C34D814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09950" y="1063681"/>
            <a:ext cx="593721" cy="593721"/>
          </a:xfrm>
          <a:prstGeom prst="rect">
            <a:avLst/>
          </a:prstGeom>
        </p:spPr>
      </p:pic>
      <p:pic>
        <p:nvPicPr>
          <p:cNvPr id="29" name="Graphic 28" descr="Bar graph with upward trend with solid fill">
            <a:extLst>
              <a:ext uri="{FF2B5EF4-FFF2-40B4-BE49-F238E27FC236}">
                <a16:creationId xmlns:a16="http://schemas.microsoft.com/office/drawing/2014/main" id="{50689A1B-F2A5-496C-8408-713E78AEAA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40457" y="1072157"/>
            <a:ext cx="658843" cy="658843"/>
          </a:xfrm>
          <a:prstGeom prst="rect">
            <a:avLst/>
          </a:prstGeom>
        </p:spPr>
      </p:pic>
      <p:pic>
        <p:nvPicPr>
          <p:cNvPr id="31" name="Graphic 30" descr="Open hand with plant with solid fill">
            <a:extLst>
              <a:ext uri="{FF2B5EF4-FFF2-40B4-BE49-F238E27FC236}">
                <a16:creationId xmlns:a16="http://schemas.microsoft.com/office/drawing/2014/main" id="{B268644A-4FFC-4B55-9392-FE33755724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77541" y="1090729"/>
            <a:ext cx="621700" cy="621700"/>
          </a:xfrm>
          <a:prstGeom prst="rect">
            <a:avLst/>
          </a:prstGeom>
        </p:spPr>
      </p:pic>
      <p:pic>
        <p:nvPicPr>
          <p:cNvPr id="33" name="Graphic 32" descr="Users with solid fill">
            <a:extLst>
              <a:ext uri="{FF2B5EF4-FFF2-40B4-BE49-F238E27FC236}">
                <a16:creationId xmlns:a16="http://schemas.microsoft.com/office/drawing/2014/main" id="{F5BEF5F3-286A-421E-9778-7E7FFBC600E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44453" y="1102959"/>
            <a:ext cx="597240" cy="597240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92FECA08-413A-427B-926A-E9FCBBAFF941}"/>
              </a:ext>
            </a:extLst>
          </p:cNvPr>
          <p:cNvSpPr/>
          <p:nvPr/>
        </p:nvSpPr>
        <p:spPr>
          <a:xfrm>
            <a:off x="9604147" y="5081267"/>
            <a:ext cx="529200" cy="53035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7" name="Graphic 36" descr="Group of women with solid fill">
            <a:extLst>
              <a:ext uri="{FF2B5EF4-FFF2-40B4-BE49-F238E27FC236}">
                <a16:creationId xmlns:a16="http://schemas.microsoft.com/office/drawing/2014/main" id="{B7C1F7D8-3322-412B-9B6B-0ECC9E45BB3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632140" y="5108918"/>
            <a:ext cx="457200" cy="457200"/>
          </a:xfrm>
          <a:prstGeom prst="rect">
            <a:avLst/>
          </a:prstGeom>
        </p:spPr>
      </p:pic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875A6E8-A812-4126-B6B2-F0C5A458DF2C}"/>
              </a:ext>
            </a:extLst>
          </p:cNvPr>
          <p:cNvSpPr/>
          <p:nvPr/>
        </p:nvSpPr>
        <p:spPr>
          <a:xfrm>
            <a:off x="10692880" y="2136709"/>
            <a:ext cx="948358" cy="40784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1" name="Graphic 40" descr="Arrow: Rotate left with solid fill">
            <a:extLst>
              <a:ext uri="{FF2B5EF4-FFF2-40B4-BE49-F238E27FC236}">
                <a16:creationId xmlns:a16="http://schemas.microsoft.com/office/drawing/2014/main" id="{63DB7EF6-F539-4C3C-B975-739E2722A02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16200000">
            <a:off x="10217795" y="2051956"/>
            <a:ext cx="457200" cy="626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028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81AFA19-B525-4503-8DE8-371ED6536993}"/>
              </a:ext>
            </a:extLst>
          </p:cNvPr>
          <p:cNvSpPr/>
          <p:nvPr/>
        </p:nvSpPr>
        <p:spPr>
          <a:xfrm>
            <a:off x="2920896" y="114300"/>
            <a:ext cx="9124923" cy="6629400"/>
          </a:xfrm>
          <a:prstGeom prst="roundRect">
            <a:avLst>
              <a:gd name="adj" fmla="val 2133"/>
            </a:avLst>
          </a:prstGeom>
          <a:solidFill>
            <a:srgbClr val="F0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6C59F73-3232-4047-A79B-EF376E1D82F1}"/>
              </a:ext>
            </a:extLst>
          </p:cNvPr>
          <p:cNvSpPr/>
          <p:nvPr/>
        </p:nvSpPr>
        <p:spPr>
          <a:xfrm>
            <a:off x="64168" y="114300"/>
            <a:ext cx="3511296" cy="6629400"/>
          </a:xfrm>
          <a:prstGeom prst="roundRect">
            <a:avLst>
              <a:gd name="adj" fmla="val 4103"/>
            </a:avLst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24A3724-838D-4F24-BE92-064F4EA2D0F2}"/>
              </a:ext>
            </a:extLst>
          </p:cNvPr>
          <p:cNvSpPr/>
          <p:nvPr/>
        </p:nvSpPr>
        <p:spPr>
          <a:xfrm>
            <a:off x="356535" y="251460"/>
            <a:ext cx="2514600" cy="6355080"/>
          </a:xfrm>
          <a:prstGeom prst="roundRect">
            <a:avLst>
              <a:gd name="adj" fmla="val 4103"/>
            </a:avLst>
          </a:prstGeom>
          <a:solidFill>
            <a:srgbClr val="2A2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FA1D418-2A25-4BCE-AF52-F4244F075F58}"/>
              </a:ext>
            </a:extLst>
          </p:cNvPr>
          <p:cNvSpPr/>
          <p:nvPr/>
        </p:nvSpPr>
        <p:spPr>
          <a:xfrm>
            <a:off x="2403695" y="251460"/>
            <a:ext cx="9474173" cy="63550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B1AE430-3C66-47BD-B7C2-331168D3E08C}"/>
              </a:ext>
            </a:extLst>
          </p:cNvPr>
          <p:cNvSpPr/>
          <p:nvPr/>
        </p:nvSpPr>
        <p:spPr>
          <a:xfrm>
            <a:off x="583456" y="1063681"/>
            <a:ext cx="2368296" cy="48463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9F50388-2089-4F9C-B1EF-3DDA04F26A05}"/>
              </a:ext>
            </a:extLst>
          </p:cNvPr>
          <p:cNvSpPr/>
          <p:nvPr/>
        </p:nvSpPr>
        <p:spPr>
          <a:xfrm>
            <a:off x="2769416" y="441889"/>
            <a:ext cx="4957249" cy="360544"/>
          </a:xfrm>
          <a:prstGeom prst="roundRect">
            <a:avLst/>
          </a:prstGeom>
          <a:solidFill>
            <a:srgbClr val="F0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2782C30-07F7-451A-A1A7-C600652E00AE}"/>
              </a:ext>
            </a:extLst>
          </p:cNvPr>
          <p:cNvSpPr/>
          <p:nvPr/>
        </p:nvSpPr>
        <p:spPr>
          <a:xfrm>
            <a:off x="2769416" y="1063681"/>
            <a:ext cx="1111723" cy="1581912"/>
          </a:xfrm>
          <a:prstGeom prst="roundRect">
            <a:avLst/>
          </a:prstGeom>
          <a:solidFill>
            <a:srgbClr val="F0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1A6568E-10A9-4010-8099-23DB551E4086}"/>
              </a:ext>
            </a:extLst>
          </p:cNvPr>
          <p:cNvSpPr/>
          <p:nvPr/>
        </p:nvSpPr>
        <p:spPr>
          <a:xfrm>
            <a:off x="4050950" y="1068211"/>
            <a:ext cx="1111723" cy="1581912"/>
          </a:xfrm>
          <a:prstGeom prst="roundRect">
            <a:avLst/>
          </a:prstGeom>
          <a:solidFill>
            <a:srgbClr val="F0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82DB89F-F99A-4BD4-8C61-34ACD168B81F}"/>
              </a:ext>
            </a:extLst>
          </p:cNvPr>
          <p:cNvSpPr/>
          <p:nvPr/>
        </p:nvSpPr>
        <p:spPr>
          <a:xfrm>
            <a:off x="5332484" y="1063681"/>
            <a:ext cx="1111723" cy="1581912"/>
          </a:xfrm>
          <a:prstGeom prst="roundRect">
            <a:avLst/>
          </a:prstGeom>
          <a:solidFill>
            <a:srgbClr val="007A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64A0D54-374A-4D99-BDB8-F93C03ECABAE}"/>
              </a:ext>
            </a:extLst>
          </p:cNvPr>
          <p:cNvSpPr/>
          <p:nvPr/>
        </p:nvSpPr>
        <p:spPr>
          <a:xfrm>
            <a:off x="6614018" y="1063681"/>
            <a:ext cx="1111723" cy="1581912"/>
          </a:xfrm>
          <a:prstGeom prst="roundRect">
            <a:avLst/>
          </a:prstGeom>
          <a:solidFill>
            <a:srgbClr val="F0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0EE80EA-E8D8-4E8C-B391-4045D1CB85B0}"/>
              </a:ext>
            </a:extLst>
          </p:cNvPr>
          <p:cNvSpPr/>
          <p:nvPr/>
        </p:nvSpPr>
        <p:spPr>
          <a:xfrm>
            <a:off x="2768492" y="2782754"/>
            <a:ext cx="4957249" cy="3702022"/>
          </a:xfrm>
          <a:prstGeom prst="roundRect">
            <a:avLst>
              <a:gd name="adj" fmla="val 4410"/>
            </a:avLst>
          </a:prstGeom>
          <a:solidFill>
            <a:srgbClr val="F0F2F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E6CE6DA-D5E0-415F-BBFD-F5746AC9B7AF}"/>
              </a:ext>
            </a:extLst>
          </p:cNvPr>
          <p:cNvSpPr/>
          <p:nvPr/>
        </p:nvSpPr>
        <p:spPr>
          <a:xfrm>
            <a:off x="8019401" y="1063681"/>
            <a:ext cx="3699847" cy="1581912"/>
          </a:xfrm>
          <a:prstGeom prst="roundRect">
            <a:avLst>
              <a:gd name="adj" fmla="val 7820"/>
            </a:avLst>
          </a:prstGeom>
          <a:solidFill>
            <a:srgbClr val="2A2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923E773-9860-4E86-A328-868109D81BB1}"/>
              </a:ext>
            </a:extLst>
          </p:cNvPr>
          <p:cNvSpPr/>
          <p:nvPr/>
        </p:nvSpPr>
        <p:spPr>
          <a:xfrm>
            <a:off x="8019401" y="2782754"/>
            <a:ext cx="3699847" cy="2174600"/>
          </a:xfrm>
          <a:prstGeom prst="roundRect">
            <a:avLst>
              <a:gd name="adj" fmla="val 4410"/>
            </a:avLst>
          </a:prstGeom>
          <a:solidFill>
            <a:srgbClr val="F0F2F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CEF257E-EFE0-4852-BC96-F6B3CA25F8DA}"/>
              </a:ext>
            </a:extLst>
          </p:cNvPr>
          <p:cNvSpPr/>
          <p:nvPr/>
        </p:nvSpPr>
        <p:spPr>
          <a:xfrm>
            <a:off x="8019400" y="5094514"/>
            <a:ext cx="3699847" cy="1390262"/>
          </a:xfrm>
          <a:prstGeom prst="roundRect">
            <a:avLst>
              <a:gd name="adj" fmla="val 4410"/>
            </a:avLst>
          </a:prstGeom>
          <a:solidFill>
            <a:srgbClr val="F0F2F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C1A5453-E51B-4C1C-894F-1667E8AC25FF}"/>
              </a:ext>
            </a:extLst>
          </p:cNvPr>
          <p:cNvSpPr/>
          <p:nvPr/>
        </p:nvSpPr>
        <p:spPr>
          <a:xfrm>
            <a:off x="3032982" y="1102959"/>
            <a:ext cx="621792" cy="53949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9B4D36C-EBDD-486E-A67C-F18C938763AA}"/>
              </a:ext>
            </a:extLst>
          </p:cNvPr>
          <p:cNvSpPr/>
          <p:nvPr/>
        </p:nvSpPr>
        <p:spPr>
          <a:xfrm>
            <a:off x="4295915" y="1102959"/>
            <a:ext cx="621792" cy="53949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A4B3758-6EB2-4642-84B5-A807D56441B3}"/>
              </a:ext>
            </a:extLst>
          </p:cNvPr>
          <p:cNvSpPr/>
          <p:nvPr/>
        </p:nvSpPr>
        <p:spPr>
          <a:xfrm>
            <a:off x="5577449" y="1102959"/>
            <a:ext cx="621792" cy="53949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67958ED-7A05-4370-87AB-D690FFB502B5}"/>
              </a:ext>
            </a:extLst>
          </p:cNvPr>
          <p:cNvSpPr/>
          <p:nvPr/>
        </p:nvSpPr>
        <p:spPr>
          <a:xfrm>
            <a:off x="6877757" y="1102959"/>
            <a:ext cx="621792" cy="53949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5" name="Graphic 24" descr="Shopping cart with solid fill">
            <a:extLst>
              <a:ext uri="{FF2B5EF4-FFF2-40B4-BE49-F238E27FC236}">
                <a16:creationId xmlns:a16="http://schemas.microsoft.com/office/drawing/2014/main" id="{45491EAB-D806-497C-9D4C-1E0C34D814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09950" y="1063681"/>
            <a:ext cx="593721" cy="593721"/>
          </a:xfrm>
          <a:prstGeom prst="rect">
            <a:avLst/>
          </a:prstGeom>
        </p:spPr>
      </p:pic>
      <p:pic>
        <p:nvPicPr>
          <p:cNvPr id="29" name="Graphic 28" descr="Bar graph with upward trend with solid fill">
            <a:extLst>
              <a:ext uri="{FF2B5EF4-FFF2-40B4-BE49-F238E27FC236}">
                <a16:creationId xmlns:a16="http://schemas.microsoft.com/office/drawing/2014/main" id="{50689A1B-F2A5-496C-8408-713E78AEAA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40457" y="1072157"/>
            <a:ext cx="658843" cy="658843"/>
          </a:xfrm>
          <a:prstGeom prst="rect">
            <a:avLst/>
          </a:prstGeom>
        </p:spPr>
      </p:pic>
      <p:pic>
        <p:nvPicPr>
          <p:cNvPr id="31" name="Graphic 30" descr="Open hand with plant with solid fill">
            <a:extLst>
              <a:ext uri="{FF2B5EF4-FFF2-40B4-BE49-F238E27FC236}">
                <a16:creationId xmlns:a16="http://schemas.microsoft.com/office/drawing/2014/main" id="{B268644A-4FFC-4B55-9392-FE33755724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77541" y="1090729"/>
            <a:ext cx="621700" cy="621700"/>
          </a:xfrm>
          <a:prstGeom prst="rect">
            <a:avLst/>
          </a:prstGeom>
        </p:spPr>
      </p:pic>
      <p:pic>
        <p:nvPicPr>
          <p:cNvPr id="33" name="Graphic 32" descr="Users with solid fill">
            <a:extLst>
              <a:ext uri="{FF2B5EF4-FFF2-40B4-BE49-F238E27FC236}">
                <a16:creationId xmlns:a16="http://schemas.microsoft.com/office/drawing/2014/main" id="{F5BEF5F3-286A-421E-9778-7E7FFBC600E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44453" y="1102959"/>
            <a:ext cx="597240" cy="597240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92FECA08-413A-427B-926A-E9FCBBAFF941}"/>
              </a:ext>
            </a:extLst>
          </p:cNvPr>
          <p:cNvSpPr/>
          <p:nvPr/>
        </p:nvSpPr>
        <p:spPr>
          <a:xfrm>
            <a:off x="9604147" y="5081267"/>
            <a:ext cx="529200" cy="53035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7" name="Graphic 36" descr="Group of women with solid fill">
            <a:extLst>
              <a:ext uri="{FF2B5EF4-FFF2-40B4-BE49-F238E27FC236}">
                <a16:creationId xmlns:a16="http://schemas.microsoft.com/office/drawing/2014/main" id="{B7C1F7D8-3322-412B-9B6B-0ECC9E45BB3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632140" y="5108918"/>
            <a:ext cx="457200" cy="457200"/>
          </a:xfrm>
          <a:prstGeom prst="rect">
            <a:avLst/>
          </a:prstGeom>
        </p:spPr>
      </p:pic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875A6E8-A812-4126-B6B2-F0C5A458DF2C}"/>
              </a:ext>
            </a:extLst>
          </p:cNvPr>
          <p:cNvSpPr/>
          <p:nvPr/>
        </p:nvSpPr>
        <p:spPr>
          <a:xfrm>
            <a:off x="10692880" y="2136709"/>
            <a:ext cx="948358" cy="40784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1" name="Graphic 40" descr="Arrow: Rotate left with solid fill">
            <a:extLst>
              <a:ext uri="{FF2B5EF4-FFF2-40B4-BE49-F238E27FC236}">
                <a16:creationId xmlns:a16="http://schemas.microsoft.com/office/drawing/2014/main" id="{63DB7EF6-F539-4C3C-B975-739E2722A02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16200000">
            <a:off x="10217795" y="2051956"/>
            <a:ext cx="457200" cy="626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555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81AFA19-B525-4503-8DE8-371ED6536993}"/>
              </a:ext>
            </a:extLst>
          </p:cNvPr>
          <p:cNvSpPr/>
          <p:nvPr/>
        </p:nvSpPr>
        <p:spPr>
          <a:xfrm>
            <a:off x="2920896" y="114300"/>
            <a:ext cx="9124923" cy="6629400"/>
          </a:xfrm>
          <a:prstGeom prst="roundRect">
            <a:avLst>
              <a:gd name="adj" fmla="val 2133"/>
            </a:avLst>
          </a:prstGeom>
          <a:solidFill>
            <a:srgbClr val="F0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6C59F73-3232-4047-A79B-EF376E1D82F1}"/>
              </a:ext>
            </a:extLst>
          </p:cNvPr>
          <p:cNvSpPr/>
          <p:nvPr/>
        </p:nvSpPr>
        <p:spPr>
          <a:xfrm>
            <a:off x="64168" y="114300"/>
            <a:ext cx="3511296" cy="6629400"/>
          </a:xfrm>
          <a:prstGeom prst="roundRect">
            <a:avLst>
              <a:gd name="adj" fmla="val 4103"/>
            </a:avLst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24A3724-838D-4F24-BE92-064F4EA2D0F2}"/>
              </a:ext>
            </a:extLst>
          </p:cNvPr>
          <p:cNvSpPr/>
          <p:nvPr/>
        </p:nvSpPr>
        <p:spPr>
          <a:xfrm>
            <a:off x="356535" y="251460"/>
            <a:ext cx="2514600" cy="6355080"/>
          </a:xfrm>
          <a:prstGeom prst="roundRect">
            <a:avLst>
              <a:gd name="adj" fmla="val 4103"/>
            </a:avLst>
          </a:prstGeom>
          <a:solidFill>
            <a:srgbClr val="2A2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FA1D418-2A25-4BCE-AF52-F4244F075F58}"/>
              </a:ext>
            </a:extLst>
          </p:cNvPr>
          <p:cNvSpPr/>
          <p:nvPr/>
        </p:nvSpPr>
        <p:spPr>
          <a:xfrm>
            <a:off x="2403695" y="251460"/>
            <a:ext cx="9474173" cy="63550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B1AE430-3C66-47BD-B7C2-331168D3E08C}"/>
              </a:ext>
            </a:extLst>
          </p:cNvPr>
          <p:cNvSpPr/>
          <p:nvPr/>
        </p:nvSpPr>
        <p:spPr>
          <a:xfrm>
            <a:off x="583456" y="1063681"/>
            <a:ext cx="2368296" cy="48463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9F50388-2089-4F9C-B1EF-3DDA04F26A05}"/>
              </a:ext>
            </a:extLst>
          </p:cNvPr>
          <p:cNvSpPr/>
          <p:nvPr/>
        </p:nvSpPr>
        <p:spPr>
          <a:xfrm>
            <a:off x="2769416" y="441889"/>
            <a:ext cx="4957249" cy="360544"/>
          </a:xfrm>
          <a:prstGeom prst="roundRect">
            <a:avLst/>
          </a:prstGeom>
          <a:solidFill>
            <a:srgbClr val="F0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2782C30-07F7-451A-A1A7-C600652E00AE}"/>
              </a:ext>
            </a:extLst>
          </p:cNvPr>
          <p:cNvSpPr/>
          <p:nvPr/>
        </p:nvSpPr>
        <p:spPr>
          <a:xfrm>
            <a:off x="2769416" y="1063681"/>
            <a:ext cx="1111723" cy="1581912"/>
          </a:xfrm>
          <a:prstGeom prst="roundRect">
            <a:avLst/>
          </a:prstGeom>
          <a:solidFill>
            <a:srgbClr val="F0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1A6568E-10A9-4010-8099-23DB551E4086}"/>
              </a:ext>
            </a:extLst>
          </p:cNvPr>
          <p:cNvSpPr/>
          <p:nvPr/>
        </p:nvSpPr>
        <p:spPr>
          <a:xfrm>
            <a:off x="4050950" y="1068211"/>
            <a:ext cx="1111723" cy="1581912"/>
          </a:xfrm>
          <a:prstGeom prst="roundRect">
            <a:avLst/>
          </a:prstGeom>
          <a:solidFill>
            <a:srgbClr val="F0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82DB89F-F99A-4BD4-8C61-34ACD168B81F}"/>
              </a:ext>
            </a:extLst>
          </p:cNvPr>
          <p:cNvSpPr/>
          <p:nvPr/>
        </p:nvSpPr>
        <p:spPr>
          <a:xfrm>
            <a:off x="5332484" y="1063681"/>
            <a:ext cx="1111723" cy="1581912"/>
          </a:xfrm>
          <a:prstGeom prst="roundRect">
            <a:avLst/>
          </a:prstGeom>
          <a:solidFill>
            <a:srgbClr val="F0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64A0D54-374A-4D99-BDB8-F93C03ECABAE}"/>
              </a:ext>
            </a:extLst>
          </p:cNvPr>
          <p:cNvSpPr/>
          <p:nvPr/>
        </p:nvSpPr>
        <p:spPr>
          <a:xfrm>
            <a:off x="6614018" y="1063681"/>
            <a:ext cx="1111723" cy="1581912"/>
          </a:xfrm>
          <a:prstGeom prst="roundRect">
            <a:avLst/>
          </a:prstGeom>
          <a:solidFill>
            <a:srgbClr val="007A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0EE80EA-E8D8-4E8C-B391-4045D1CB85B0}"/>
              </a:ext>
            </a:extLst>
          </p:cNvPr>
          <p:cNvSpPr/>
          <p:nvPr/>
        </p:nvSpPr>
        <p:spPr>
          <a:xfrm>
            <a:off x="2768492" y="2782754"/>
            <a:ext cx="4957249" cy="3702022"/>
          </a:xfrm>
          <a:prstGeom prst="roundRect">
            <a:avLst>
              <a:gd name="adj" fmla="val 4410"/>
            </a:avLst>
          </a:prstGeom>
          <a:solidFill>
            <a:srgbClr val="F0F2F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E6CE6DA-D5E0-415F-BBFD-F5746AC9B7AF}"/>
              </a:ext>
            </a:extLst>
          </p:cNvPr>
          <p:cNvSpPr/>
          <p:nvPr/>
        </p:nvSpPr>
        <p:spPr>
          <a:xfrm>
            <a:off x="8019401" y="1063681"/>
            <a:ext cx="3699847" cy="1581912"/>
          </a:xfrm>
          <a:prstGeom prst="roundRect">
            <a:avLst>
              <a:gd name="adj" fmla="val 7820"/>
            </a:avLst>
          </a:prstGeom>
          <a:solidFill>
            <a:srgbClr val="2A2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923E773-9860-4E86-A328-868109D81BB1}"/>
              </a:ext>
            </a:extLst>
          </p:cNvPr>
          <p:cNvSpPr/>
          <p:nvPr/>
        </p:nvSpPr>
        <p:spPr>
          <a:xfrm>
            <a:off x="8019401" y="2782754"/>
            <a:ext cx="3699847" cy="2174600"/>
          </a:xfrm>
          <a:prstGeom prst="roundRect">
            <a:avLst>
              <a:gd name="adj" fmla="val 4410"/>
            </a:avLst>
          </a:prstGeom>
          <a:solidFill>
            <a:srgbClr val="F0F2F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CEF257E-EFE0-4852-BC96-F6B3CA25F8DA}"/>
              </a:ext>
            </a:extLst>
          </p:cNvPr>
          <p:cNvSpPr/>
          <p:nvPr/>
        </p:nvSpPr>
        <p:spPr>
          <a:xfrm>
            <a:off x="8019400" y="5094514"/>
            <a:ext cx="3699847" cy="1390262"/>
          </a:xfrm>
          <a:prstGeom prst="roundRect">
            <a:avLst>
              <a:gd name="adj" fmla="val 4410"/>
            </a:avLst>
          </a:prstGeom>
          <a:solidFill>
            <a:srgbClr val="F0F2F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C1A5453-E51B-4C1C-894F-1667E8AC25FF}"/>
              </a:ext>
            </a:extLst>
          </p:cNvPr>
          <p:cNvSpPr/>
          <p:nvPr/>
        </p:nvSpPr>
        <p:spPr>
          <a:xfrm>
            <a:off x="3032982" y="1102959"/>
            <a:ext cx="621792" cy="53949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9B4D36C-EBDD-486E-A67C-F18C938763AA}"/>
              </a:ext>
            </a:extLst>
          </p:cNvPr>
          <p:cNvSpPr/>
          <p:nvPr/>
        </p:nvSpPr>
        <p:spPr>
          <a:xfrm>
            <a:off x="4295915" y="1102959"/>
            <a:ext cx="621792" cy="53949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A4B3758-6EB2-4642-84B5-A807D56441B3}"/>
              </a:ext>
            </a:extLst>
          </p:cNvPr>
          <p:cNvSpPr/>
          <p:nvPr/>
        </p:nvSpPr>
        <p:spPr>
          <a:xfrm>
            <a:off x="5577449" y="1102959"/>
            <a:ext cx="621792" cy="53949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67958ED-7A05-4370-87AB-D690FFB502B5}"/>
              </a:ext>
            </a:extLst>
          </p:cNvPr>
          <p:cNvSpPr/>
          <p:nvPr/>
        </p:nvSpPr>
        <p:spPr>
          <a:xfrm>
            <a:off x="6877757" y="1102959"/>
            <a:ext cx="621792" cy="53949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5" name="Graphic 24" descr="Shopping cart with solid fill">
            <a:extLst>
              <a:ext uri="{FF2B5EF4-FFF2-40B4-BE49-F238E27FC236}">
                <a16:creationId xmlns:a16="http://schemas.microsoft.com/office/drawing/2014/main" id="{45491EAB-D806-497C-9D4C-1E0C34D814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09950" y="1063681"/>
            <a:ext cx="593721" cy="593721"/>
          </a:xfrm>
          <a:prstGeom prst="rect">
            <a:avLst/>
          </a:prstGeom>
        </p:spPr>
      </p:pic>
      <p:pic>
        <p:nvPicPr>
          <p:cNvPr id="29" name="Graphic 28" descr="Bar graph with upward trend with solid fill">
            <a:extLst>
              <a:ext uri="{FF2B5EF4-FFF2-40B4-BE49-F238E27FC236}">
                <a16:creationId xmlns:a16="http://schemas.microsoft.com/office/drawing/2014/main" id="{50689A1B-F2A5-496C-8408-713E78AEAA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40457" y="1072157"/>
            <a:ext cx="658843" cy="658843"/>
          </a:xfrm>
          <a:prstGeom prst="rect">
            <a:avLst/>
          </a:prstGeom>
        </p:spPr>
      </p:pic>
      <p:pic>
        <p:nvPicPr>
          <p:cNvPr id="31" name="Graphic 30" descr="Open hand with plant with solid fill">
            <a:extLst>
              <a:ext uri="{FF2B5EF4-FFF2-40B4-BE49-F238E27FC236}">
                <a16:creationId xmlns:a16="http://schemas.microsoft.com/office/drawing/2014/main" id="{B268644A-4FFC-4B55-9392-FE33755724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77541" y="1090729"/>
            <a:ext cx="621700" cy="621700"/>
          </a:xfrm>
          <a:prstGeom prst="rect">
            <a:avLst/>
          </a:prstGeom>
        </p:spPr>
      </p:pic>
      <p:pic>
        <p:nvPicPr>
          <p:cNvPr id="33" name="Graphic 32" descr="Users with solid fill">
            <a:extLst>
              <a:ext uri="{FF2B5EF4-FFF2-40B4-BE49-F238E27FC236}">
                <a16:creationId xmlns:a16="http://schemas.microsoft.com/office/drawing/2014/main" id="{F5BEF5F3-286A-421E-9778-7E7FFBC600E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44453" y="1102959"/>
            <a:ext cx="597240" cy="597240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92FECA08-413A-427B-926A-E9FCBBAFF941}"/>
              </a:ext>
            </a:extLst>
          </p:cNvPr>
          <p:cNvSpPr/>
          <p:nvPr/>
        </p:nvSpPr>
        <p:spPr>
          <a:xfrm>
            <a:off x="9604147" y="5081267"/>
            <a:ext cx="529200" cy="53035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7" name="Graphic 36" descr="Group of women with solid fill">
            <a:extLst>
              <a:ext uri="{FF2B5EF4-FFF2-40B4-BE49-F238E27FC236}">
                <a16:creationId xmlns:a16="http://schemas.microsoft.com/office/drawing/2014/main" id="{B7C1F7D8-3322-412B-9B6B-0ECC9E45BB3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632140" y="5108918"/>
            <a:ext cx="457200" cy="457200"/>
          </a:xfrm>
          <a:prstGeom prst="rect">
            <a:avLst/>
          </a:prstGeom>
        </p:spPr>
      </p:pic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875A6E8-A812-4126-B6B2-F0C5A458DF2C}"/>
              </a:ext>
            </a:extLst>
          </p:cNvPr>
          <p:cNvSpPr/>
          <p:nvPr/>
        </p:nvSpPr>
        <p:spPr>
          <a:xfrm>
            <a:off x="10692880" y="2136709"/>
            <a:ext cx="948358" cy="40784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1" name="Graphic 40" descr="Arrow: Rotate left with solid fill">
            <a:extLst>
              <a:ext uri="{FF2B5EF4-FFF2-40B4-BE49-F238E27FC236}">
                <a16:creationId xmlns:a16="http://schemas.microsoft.com/office/drawing/2014/main" id="{63DB7EF6-F539-4C3C-B975-739E2722A02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16200000">
            <a:off x="10217795" y="2051956"/>
            <a:ext cx="457200" cy="626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251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021555C-3B7C-B2DB-0E3E-E9B0F9ED6924}"/>
              </a:ext>
            </a:extLst>
          </p:cNvPr>
          <p:cNvSpPr/>
          <p:nvPr/>
        </p:nvSpPr>
        <p:spPr>
          <a:xfrm>
            <a:off x="657380" y="2173113"/>
            <a:ext cx="1516653" cy="1326784"/>
          </a:xfrm>
          <a:prstGeom prst="rect">
            <a:avLst/>
          </a:prstGeom>
          <a:solidFill>
            <a:srgbClr val="EE0F1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D6F663-19C8-B12D-61F6-0EAFB5775F32}"/>
              </a:ext>
            </a:extLst>
          </p:cNvPr>
          <p:cNvSpPr/>
          <p:nvPr/>
        </p:nvSpPr>
        <p:spPr>
          <a:xfrm>
            <a:off x="835323" y="2336400"/>
            <a:ext cx="1864800" cy="21852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384723-CFB1-6323-9154-443F7829DF55}"/>
              </a:ext>
            </a:extLst>
          </p:cNvPr>
          <p:cNvSpPr/>
          <p:nvPr/>
        </p:nvSpPr>
        <p:spPr>
          <a:xfrm>
            <a:off x="6053584" y="2173113"/>
            <a:ext cx="1516653" cy="1326784"/>
          </a:xfrm>
          <a:prstGeom prst="rect">
            <a:avLst/>
          </a:prstGeom>
          <a:solidFill>
            <a:srgbClr val="EE0F1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32597F-7F8E-4314-BB21-3F8B96CCEA85}"/>
              </a:ext>
            </a:extLst>
          </p:cNvPr>
          <p:cNvSpPr/>
          <p:nvPr/>
        </p:nvSpPr>
        <p:spPr>
          <a:xfrm>
            <a:off x="6231527" y="2336400"/>
            <a:ext cx="1864800" cy="21852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9D853B-2342-5EC3-032D-9B5FE45FEBAC}"/>
              </a:ext>
            </a:extLst>
          </p:cNvPr>
          <p:cNvSpPr/>
          <p:nvPr/>
        </p:nvSpPr>
        <p:spPr>
          <a:xfrm>
            <a:off x="3467779" y="2336400"/>
            <a:ext cx="1864800" cy="21852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0411864-644A-E5F2-0E41-8DF5D441B84D}"/>
              </a:ext>
            </a:extLst>
          </p:cNvPr>
          <p:cNvSpPr/>
          <p:nvPr/>
        </p:nvSpPr>
        <p:spPr>
          <a:xfrm>
            <a:off x="657380" y="246345"/>
            <a:ext cx="1508400" cy="561600"/>
          </a:xfrm>
          <a:prstGeom prst="roundRect">
            <a:avLst/>
          </a:prstGeom>
          <a:solidFill>
            <a:srgbClr val="C00000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C7A020F-167C-563E-1FF6-635158E9E430}"/>
              </a:ext>
            </a:extLst>
          </p:cNvPr>
          <p:cNvSpPr/>
          <p:nvPr/>
        </p:nvSpPr>
        <p:spPr>
          <a:xfrm>
            <a:off x="2634229" y="246345"/>
            <a:ext cx="1508400" cy="561600"/>
          </a:xfrm>
          <a:prstGeom prst="roundRect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76E3CE5-608A-84B7-93CF-D2275B76BC71}"/>
              </a:ext>
            </a:extLst>
          </p:cNvPr>
          <p:cNvSpPr/>
          <p:nvPr/>
        </p:nvSpPr>
        <p:spPr>
          <a:xfrm>
            <a:off x="4611078" y="246345"/>
            <a:ext cx="1508400" cy="561600"/>
          </a:xfrm>
          <a:prstGeom prst="roundRect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0BA6306-AB02-0F6D-95A5-BB679FF3EEF6}"/>
              </a:ext>
            </a:extLst>
          </p:cNvPr>
          <p:cNvSpPr/>
          <p:nvPr/>
        </p:nvSpPr>
        <p:spPr>
          <a:xfrm>
            <a:off x="6587927" y="246345"/>
            <a:ext cx="1508400" cy="561600"/>
          </a:xfrm>
          <a:prstGeom prst="roundRect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BDBB092-1A37-76FD-B11C-77458C0BE7BE}"/>
              </a:ext>
            </a:extLst>
          </p:cNvPr>
          <p:cNvSpPr/>
          <p:nvPr/>
        </p:nvSpPr>
        <p:spPr>
          <a:xfrm>
            <a:off x="6231527" y="5371961"/>
            <a:ext cx="1864800" cy="561600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F583B1B-8875-C08A-111D-9240D29928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1321" y="5364393"/>
            <a:ext cx="2640564" cy="1138335"/>
          </a:xfrm>
          <a:prstGeom prst="rect">
            <a:avLst/>
          </a:prstGeom>
          <a:noFill/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BB23DD8-50ED-D688-5FAE-E9E3648369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2939" y="246345"/>
            <a:ext cx="2379600" cy="2449039"/>
          </a:xfrm>
          <a:prstGeom prst="rect">
            <a:avLst/>
          </a:prstGeom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2AFD5AF-1875-685C-FF79-F85B1637F8F2}"/>
              </a:ext>
            </a:extLst>
          </p:cNvPr>
          <p:cNvSpPr/>
          <p:nvPr/>
        </p:nvSpPr>
        <p:spPr>
          <a:xfrm>
            <a:off x="6587927" y="3928188"/>
            <a:ext cx="1160253" cy="422070"/>
          </a:xfrm>
          <a:prstGeom prst="round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06BBA44-FFC0-8C48-E21A-257A95F79E84}"/>
              </a:ext>
            </a:extLst>
          </p:cNvPr>
          <p:cNvSpPr/>
          <p:nvPr/>
        </p:nvSpPr>
        <p:spPr>
          <a:xfrm>
            <a:off x="3820052" y="3928188"/>
            <a:ext cx="1160253" cy="422070"/>
          </a:xfrm>
          <a:prstGeom prst="round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59959FB-C944-25A6-D7D3-451FF8286920}"/>
              </a:ext>
            </a:extLst>
          </p:cNvPr>
          <p:cNvSpPr txBox="1"/>
          <p:nvPr/>
        </p:nvSpPr>
        <p:spPr>
          <a:xfrm>
            <a:off x="917201" y="2336400"/>
            <a:ext cx="16516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chemeClr val="bg1"/>
                </a:solidFill>
              </a:rPr>
              <a:t>Ordered </a:t>
            </a:r>
            <a:r>
              <a:rPr lang="en-GB" sz="2000" b="1" dirty="0">
                <a:solidFill>
                  <a:schemeClr val="bg1">
                    <a:lumMod val="65000"/>
                  </a:schemeClr>
                </a:solidFill>
              </a:rPr>
              <a:t>Quantity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DF081B1-EC8D-6C5B-9720-2C57765F8D57}"/>
              </a:ext>
            </a:extLst>
          </p:cNvPr>
          <p:cNvSpPr txBox="1"/>
          <p:nvPr/>
        </p:nvSpPr>
        <p:spPr>
          <a:xfrm>
            <a:off x="3628546" y="2332963"/>
            <a:ext cx="16516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chemeClr val="bg1"/>
                </a:solidFill>
              </a:rPr>
              <a:t>Total Net </a:t>
            </a:r>
            <a:r>
              <a:rPr lang="en-GB" sz="2000" b="1" dirty="0">
                <a:solidFill>
                  <a:schemeClr val="bg1">
                    <a:lumMod val="65000"/>
                  </a:schemeClr>
                </a:solidFill>
              </a:rPr>
              <a:t>Sales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63A959-96B3-B283-6E7A-1E060D597855}"/>
              </a:ext>
            </a:extLst>
          </p:cNvPr>
          <p:cNvSpPr txBox="1"/>
          <p:nvPr/>
        </p:nvSpPr>
        <p:spPr>
          <a:xfrm>
            <a:off x="6261002" y="2332963"/>
            <a:ext cx="18353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chemeClr val="bg1"/>
                </a:solidFill>
              </a:rPr>
              <a:t>Total Gross </a:t>
            </a:r>
            <a:r>
              <a:rPr lang="en-GB" sz="2000" b="1" dirty="0">
                <a:solidFill>
                  <a:schemeClr val="bg1">
                    <a:lumMod val="65000"/>
                  </a:schemeClr>
                </a:solidFill>
              </a:rPr>
              <a:t>Profit</a:t>
            </a:r>
          </a:p>
        </p:txBody>
      </p:sp>
    </p:spTree>
    <p:extLst>
      <p:ext uri="{BB962C8B-B14F-4D97-AF65-F5344CB8AC3E}">
        <p14:creationId xmlns:p14="http://schemas.microsoft.com/office/powerpoint/2010/main" val="722172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2969</TotalTime>
  <Words>8</Words>
  <Application>Microsoft Office PowerPoint</Application>
  <PresentationFormat>Widescreen</PresentationFormat>
  <Paragraphs>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Neville Makoyi</dc:creator>
  <cp:lastModifiedBy>Neville Makoyi</cp:lastModifiedBy>
  <cp:revision>12</cp:revision>
  <dcterms:created xsi:type="dcterms:W3CDTF">2023-11-28T13:38:30Z</dcterms:created>
  <dcterms:modified xsi:type="dcterms:W3CDTF">2023-12-07T12:46:31Z</dcterms:modified>
</cp:coreProperties>
</file>